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+5.9pp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90.1%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-5.9pp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172,118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164,380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60.8%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+3.8pp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12,293 → Feb 11,884 (-3.3%)  |  solidigm.com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90.1%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 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+5.9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(non-paid: new partners)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grew MoM (day-normalized)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&amp;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page views — Jan vs Feb  |  Engagement = pages/visitor for that page's audience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86968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88696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886968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371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179,592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148,592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371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78,499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371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28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86,742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84,155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828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-3.0%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46,288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28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286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49,393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49,363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2286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-0.1%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27,396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2286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743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 514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29,214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2743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+5584%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16,420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743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page in Feb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3200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13,887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0840" y="3200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5,162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3200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657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7,159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0840" y="3657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2,719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9720" y="3657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114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519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4,517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212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0840" y="4114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095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1,363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4114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4572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3,696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4572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-65.8%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095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544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9720" y="4572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5029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519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   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3,464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20840" y="5029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new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095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2,342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89720" y="5029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5486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519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2,353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486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095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1,833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89720" y="5486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page surged +5,584% MoM on solidigm.com — from near-zero to top-4 — the breakout opportunity of FY26.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+3.8pp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(55%); Non-Paid Mobile-majority (55%)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Covers who-we-are.html · our-story.html · careers-page.html (EN variants, solidigm.com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6,616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33,992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+414%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2,177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18,301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+740%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Visitor Growth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468880"/>
            <a:ext cx="53035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54864" cy="3429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After Our-Story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9718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971800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1,254 / 2,177 continued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8503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685032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39.5%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685032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7,236 / 18,301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39826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avg bounce (site-wide)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4398264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61.0%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398264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avg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1149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avg bounce (site-wide)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5111496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64.3%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5111496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Surge retention risk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97880" y="2468880"/>
            <a:ext cx="59893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97880" y="2468880"/>
            <a:ext cx="54864" cy="3429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51460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 Visitors Go Next (Feb)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297180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297180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1,173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447288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447288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3922776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3922776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470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398264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98480" y="4398264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873752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4873752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534924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534924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 → Product pages flow confirms: brand trust pages are a key step in the B2B consideration funnel.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55% Desktop / 39% Mobile.  Non-Paid visitors: 41% Desktop / 55% Mobile — mobile is the non-paid majority. Align ad targeting and UX accordingly.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