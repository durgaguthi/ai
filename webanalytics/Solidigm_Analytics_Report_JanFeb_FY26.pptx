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774K+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Clean Page Views (spam removed)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~376K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Spam</a:t>
            </a:r>
            <a:br/>
            <a:r>
              <a:t>Removed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Bots &amp; Referrer Spam Filtered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vs Feb FY2026  |  solidigm.com  |  B2B Digital Marketing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4068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What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63040"/>
            <a:ext cx="64008" cy="138988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3619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Traffic dipped after removing referrer spam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After removing bots and spam referrers, total PVs are 409K (Jan) → 365K (Feb), -10.9%. Avg daily PVs declined just -1.4% once Feb's shorter month is adjusted. Paid share jumped 10.2% → 17.1%.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906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Our Story page broke out — organically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our-story.html surged from 505 to 23,017 PVs (+4,458%) in Feb — now the #4 page on the site. 85% of visits were Non-Paid (82.8% Direct), confirming organic brand curiosity, not campaign-driven.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72000"/>
            <a:ext cx="64008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451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Bounce rate pressure is rising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47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Overall bounce rose +3.9pp to 65.6%. Paid-Display BR is stuck at ~70% with no improvement. Non-Paid BR climbed +4.5pp. UK traffic collapsed from 9.4%→2.5% — an EMEA issue requiring urgent investigation.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914400"/>
            <a:ext cx="5879592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914400"/>
            <a:ext cx="587959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0058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Top 6 Priorities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48132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1481328"/>
            <a:ext cx="438912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164592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153619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Fix Paid / Display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847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70.6% — rebuild landing pages or cut spend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286000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2286000"/>
            <a:ext cx="438912" cy="7132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2450592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3408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Double-down on Organic SEO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651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48.5% — best quality; invest in AI/Edge content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090672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090672"/>
            <a:ext cx="43891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3255264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14553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Mobile UX Audit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34564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52.6% of traffic; PPV lags desktop (1.79 vs 2.17)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895344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895344"/>
            <a:ext cx="438912" cy="7132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9904" y="4059935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3950207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Amplify Our Story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2611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33.3% multi-page rate — add video + CTAs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00016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80760" y="4700016"/>
            <a:ext cx="438912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9904" y="4864608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Investigate EMEA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506577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UK -6.9pp + Germany -1.9pp in one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50468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5504688"/>
            <a:ext cx="438912" cy="7132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9904" y="566928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55955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Fix attribution / UTMs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8704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Direct dropped -11.3pp — dark social blindspot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Data filtered to www.solidigm.com only  |  Bots &amp; referrer spam removed  |  Paid = Paid-Display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7F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P1 Deep-Dive: Fix Paid /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Paid-Display spend grew +67% MoM (10.2%→17.1% share) — but Bounce Rate did not improve. Root-cause diagnosis across 4 sub-channels. Paid numbers unaffected by spam removal.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283464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 Display</a:t>
            </a:r>
            <a:br/>
            <a:r>
              <a:t>Network (GDN)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googlesyndication.com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24,116  →  Feb 34,686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68.4%  →  Feb 72.8%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worse +4.4pp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9232"/>
            <a:ext cx="2834640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Scale cautiously — fix landing pages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914400"/>
            <a:ext cx="2834640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DoubleClick /</a:t>
            </a:r>
            <a:br/>
            <a:r>
              <a:t>DV360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doubleclick.net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17,190  →  Feb 27,216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71.3%  →  Feb 66.9%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improving -4.4pp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999232"/>
            <a:ext cx="283464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Only bright spot — understand &amp; replicate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Amazon Ad</a:t>
            </a:r>
            <a:br/>
            <a:r>
              <a:t>System (AAX)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amazon-adsystem.com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595  →  Feb 505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99.3%  →  Feb 99.2%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no change — still 99%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immediately — confirmed waste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354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</a:t>
            </a:r>
            <a:br/>
            <a:r>
              <a:t>AdServices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googleadservices.com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39  →  Feb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94.6%  →  Feb 100.0%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worse — 100% in Feb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5167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— zero engagement both months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703320"/>
            <a:ext cx="5943600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" y="3703320"/>
            <a:ext cx="594360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3785615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Paid Traffic Bounce Rate by Landing Page (Feb)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Landing Page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908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Paid PVs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vs Site Avg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114800"/>
            <a:ext cx="576072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4187952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242816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424281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22,510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76.0%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0644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+11.7pp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544568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599431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Our Story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599431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3,380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73.4%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0644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+9.1pp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4901184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9560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AI Storage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49560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16,730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68.9%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0644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+4.6pp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257800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312664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Edge Storage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531266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18,330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65.1%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0644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 +0.8pp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5614416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56692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Homepage (direct)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9080" y="56692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  577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59.1%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0644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 -5.2pp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0" y="3703320"/>
            <a:ext cx="5376672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5376672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3785615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Data Evidence &amp; Recommended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75120" y="411480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Source in data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75120" y="431596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referrer_domain = amazon-adsystem.com | referrer_url = aax.amazon-adsystem.com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75120" y="449884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Amazon AAX UTM tags on landing URLs confirm paid placement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75120" y="470001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utm_channel=paidsocial found on Edge Storage &amp; AI Storage URLs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75120" y="48828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Immediate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75120" y="50840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1. Pause Amazon AAX + Google AdServices — 99-100% BR, &lt;600 UVs/mo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75120" y="526694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2. Build paid-specific landing pages for GDN (currently sends to generic hub pages)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75120" y="565099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3. Study DoubleClick setup — only channel improving BR (-4.4pp)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Source: dotcom_analytics_jan2026.xlsx &amp; feb2026.xlsx  |  referrer_domain column  |  solidigm.com rows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(bots, junk &amp; spam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17.1%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+6.9pp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89.8%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82.9%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-6.9pp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167,753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156,531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61.6%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+4.5pp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1.93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11,856 → Feb 10,796 (-8.9%)  |  solidigm.com only — spam removed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409,461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364,705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-10.9%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188,781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187,005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-0.9%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1.95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-0.22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65.6%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+3.9pp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13,821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11,246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-18.6%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-1.3pp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Spam-clean: avg daily PVs -1.4% MoM  |  Referral growth was spam-inflated; real Non-Paid share 82.9%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89.8%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82.9%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-6.9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62.8%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51.5%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-11.3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+5.9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+6.9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10.2%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17.1%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+6.9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-8.9%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 (spam removed)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+5.9pp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(non-paid, spam-cleaned)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-1.4%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declined MoM (spam-clean)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166,389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102,146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86,510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67,179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-3.0%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-0.1%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19,637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+4,458%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85%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10,700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3,054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-66.1%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85% Non-Paid (82% Direct). Edge Storage has the highest Paid share at 37% — review campaign ROI. Data Storage Solutions Jan PVs adjusted down after spam removal.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61.7%  →  Feb 65.6%  (+3.9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66.1%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70.7%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72.0%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+4.5pp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(54.5%); Non-Paid Mobile-majority (52.8%)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23,017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+4,458%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14,509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85%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(14.7%)   |   Feb Non-Paid: 19,637 PVs  (85.3%)   |   Non-Paid = 82.8% Direct  +  15.1% Referral  +  2.1% Organic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45.1%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46 / 102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4,828 / 14,509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54.9%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66.7%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above site-wide 65.6%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883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Data Center / D3-S4520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505 to 23,017 PVs (+4,458%) — 85% Non-Paid (82.8% Direct) confirms organic brand curiosity; paid display brought 15%. Spam removal cut Feb non-paid from 28,610 → 19,637. Brand trust → product pages funnel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Desktop vs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Desktop leads overall: Jan 60.4% → Feb 50.4%  |  Non-Paid visitors are 52.8% Mobile  |  Paid visitors 54.5% Desktop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60.4%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96,976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36.8%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89,947 UVs  |  BR 68.9%  |  PPV 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7,921 UVs  |  BR 76.8%  |  PPV 1.46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84,476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94,926 UVs  |  BR 72.1%  |  PPV 1.64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6.8%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13,082 UVs  |  BR 72.5%  |  PPV 1.91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54.5% Desktop / 38.9% Mobile.  Non-Paid visitors: 42.8% Desktop / 52.8% Mobile — mobile is the non-paid majority. Desktop leads overall (50%+). Spam removal revealed true device split.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83% — but UK traffic collapsed -6.9pp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72.6%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83.1%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+10.5pp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-6.9pp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-1.9pp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+0.3pp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-0.3pp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83.1%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+10.5pp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 (Feb)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(1.95)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9.4% → 2.5% traffic share (-6.9pp)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3.9% → 2.0% (-1.9pp)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~8.8pp in one month — EMEA traffic investigation is a top priority.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65.6%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18.4%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6.7%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5.1%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2.9%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1.2%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34.4%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Non-Paid visitors are 52.8% Mobile (majority!) but Mobile BR jumped to 72.1% in Feb. Speed test + CTA audit needed.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our-story.html surged to 23K PVs (+4,458%) — but multi-page rate dropped to 33.3%.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9.4% to 2.5%, Germany 3.9% to 2.0% — combined -8.8pp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-11.3pp in Feb (62.8% → 51.5%).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-6.9pp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Block spam referrers in analytics (30K+ junk PVs removed)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