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774K+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Clean Page Views (Jan + Feb)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~44K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Spam Referrer PVs Removed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 Rows Also Filtered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69080"/>
            <a:ext cx="10789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B0CC"/>
                </a:solidFill>
                <a:latin typeface="Calibri"/>
              </a:rPr>
              <a:t>Spam breakdown: Jan 13,559 PVs removed  |  Feb 30,477 PVs removed  |  Top domains: relaxincentralpark.site · visitgalapagos.site · sunstones.site · glimmergems.site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vs Feb FY2026  |  solidigm.com  |  B2B Digital Marketing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166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4068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What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63040"/>
            <a:ext cx="64008" cy="138988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3619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Traffic dipped after removing referrer spam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After removing bots and spam referrers, total PVs are 409K (Jan) → 365K (Feb), -10.9%. Avg daily PVs declined just -1.4% once Feb's shorter month is adjusted. Paid share jumped 10.2% → 17.1%.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01752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9067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Calibri"/>
              </a:rPr>
              <a:t>Our Story page broke out — organically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9300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our-story.html surged from 505 to 23,017 PVs (+4,458%) in Feb — now the #4 page on the site. 85% of visits were Non-Paid (82.8% Direct), confirming organic brand curiosity, not campaign-driven.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7200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72000"/>
            <a:ext cx="64008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64515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Bounce rate pressure is rising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047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Overall bounce rose +3.9pp to 65.6%. Paid-Display BR is stuck at ~70% with no improvement. Non-Paid BR climbed +4.5pp. UK traffic collapsed from 9.4%→2.5% — an EMEA issue requiring urgent investigation.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914400"/>
            <a:ext cx="5879592" cy="5166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914400"/>
            <a:ext cx="5879592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005840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Top 6 Priorities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1481328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1481328"/>
            <a:ext cx="438912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9904" y="1645920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153619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Fix Paid / Display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1847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BR 70.6% — rebuild landing pages or cut spend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2286000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0760" y="2286000"/>
            <a:ext cx="438912" cy="7132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9904" y="2450592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234086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Double-down on Organic SEO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26517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BR 48.5% — best quality; invest in AI/Edge content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090672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0760" y="3090672"/>
            <a:ext cx="43891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9904" y="3255264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314553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Mobile UX Audit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34564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52.6% of traffic; PPV lags desktop (1.79 vs 2.17)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895344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3895344"/>
            <a:ext cx="438912" cy="7132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9904" y="4059935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1968" y="3950207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Amplify Our Story page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2611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33.3% multi-page rate — add video + CTAs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00016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80760" y="4700016"/>
            <a:ext cx="438912" cy="7132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9904" y="4864608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475488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Investigate EMEA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506577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UK -6.9pp + Germany -1.9pp in one month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504688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80760" y="5504688"/>
            <a:ext cx="438912" cy="7132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9904" y="5669280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555955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Fix attribution / UTMs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58704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Direct dropped -11.3pp — dark social blindspot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Data filtered to www.solidigm.com only  |  Bots &amp; referrer spam removed  |  Paid = Paid-Display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7F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P1 Deep-Dive: Fix Paid /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Paid-Display spend grew +67% MoM (10.2%→17.1% share) — but Bounce Rate did not improve. Root-cause diagnosis across 4 sub-channels. Paid numbers unaffected by spam removal.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283464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Google Display</a:t>
            </a:r>
            <a:br/>
            <a:r>
              <a:t>Network (GDN)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googlesyndication.com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24,116  →  Feb 34,686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68.4%  →  Feb 72.8%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worse +4.4pp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9232"/>
            <a:ext cx="2834640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Scale cautiously — fix landing pages 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914400"/>
            <a:ext cx="2834640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DoubleClick /</a:t>
            </a:r>
            <a:br/>
            <a:r>
              <a:t>DV360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doubleclick.net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17,190  →  Feb 27,216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71.3%  →  Feb 66.9%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improving -4.4pp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2999232"/>
            <a:ext cx="283464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Only bright spot — understand &amp; replicate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914400"/>
            <a:ext cx="28346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Amazon Ad</a:t>
            </a:r>
            <a:br/>
            <a:r>
              <a:t>System (AAX)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amazon-adsystem.com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595  →  Feb 505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99.3%  →  Feb 99.2%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Calibri"/>
              </a:rPr>
              <a:t>no change — still 99%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999232"/>
            <a:ext cx="283464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Pause immediately — confirmed waste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35440" y="914400"/>
            <a:ext cx="28346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Google</a:t>
            </a:r>
            <a:br/>
            <a:r>
              <a:t>AdServices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googleadservices.com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39  →  Feb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6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94.6%  →  Feb 100.0%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Calibri"/>
              </a:rPr>
              <a:t>worse — 100% in Feb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2999232"/>
            <a:ext cx="283464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5167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Pause — zero engagement both months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703320"/>
            <a:ext cx="5943600" cy="237744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0040" y="3703320"/>
            <a:ext cx="594360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3785615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Paid Traffic Bounce Rate by Landing Page (Feb)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Landing Page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908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Paid PVs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0644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vs Site Avg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114800"/>
            <a:ext cx="576072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" y="4187952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242816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424281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22,510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424281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76.0%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06440" y="424281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+11.7pp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544568"/>
            <a:ext cx="5760720" cy="338328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599431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Our Story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9080" y="4599431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 3,380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0" y="4599431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73.4%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06440" y="4599431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 +9.1pp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4901184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4956048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AI Storage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49560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16,730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0" y="49560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68.9%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06440" y="49560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 +4.6pp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257800"/>
            <a:ext cx="5760720" cy="338328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312664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Edge Storage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531266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18,330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53126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65.1%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06440" y="53126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 +0.8pp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5614416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56692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Homepage (direct)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9080" y="56692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   577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0" y="566928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59.1%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06440" y="566928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 -5.2pp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92240" y="3703320"/>
            <a:ext cx="5376672" cy="237744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92240" y="3703320"/>
            <a:ext cx="5376672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75120" y="3785615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Data Evidence &amp; Recommended Actions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75120" y="411480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Source in data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75120" y="431596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referrer_domain = amazon-adsystem.com | referrer_url = aax.amazon-adsystem.com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75120" y="449884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Amazon AAX UTM tags on landing URLs confirm paid placement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75120" y="470001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utm_channel=paidsocial found on Edge Storage &amp; AI Storage URLs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75120" y="48828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Immediate actions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75120" y="50840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1. Pause Amazon AAX + Google AdServices — 99-100% BR, &lt;600 UVs/mo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75120" y="526694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2. Build paid-specific landing pages for GDN (currently sends to generic hub pages)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75120" y="565099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3. Study DoubleClick setup — only channel improving BR (-4.4pp)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Source: dotcom_analytics_jan2026.xlsx &amp; feb2026.xlsx  |  referrer_domain column  |  solidigm.com rows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(bots, junk &amp; spam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557784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20" y="868680"/>
            <a:ext cx="5989320" cy="502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86968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PAID TRAFFIC  (Paid-Display)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56235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NON-PAID TRAFFIC  (Organic / Direct / Referral / Social)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44752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17.1%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+6.9pp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20240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920240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23,439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33,759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95728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395728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+0.6pp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71216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871216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39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+0.06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444752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1444752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89.8%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82.9%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-6.9pp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920240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920240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167,753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156,531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9320" y="2395728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89320" y="2395728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61.6%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+4.5pp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2871216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89320" y="2871216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1.93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-0.26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39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364992"/>
            <a:ext cx="1170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★ Avg daily PVs: Paid Jan 1,353 → Feb 2,230 (+64.8%) |  Non-Paid Jan 11,856 → Feb 10,796 (-8.9%)  |  solidigm.com only — spam removed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3749039"/>
            <a:ext cx="117043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38039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OVERALL SITE SUMMARY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114800"/>
            <a:ext cx="11704320" cy="2926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688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425696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320" y="442569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445312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Total Page Views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409,461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364,705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80" y="445312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-10.9%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4782312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4782312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80974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188,781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187,005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4809744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-0.9%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138928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5138928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51663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1.95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0" y="51663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-0.22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495544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5495544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52297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 (total)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61.7%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65.6%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0" y="5522976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+3.9pp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852160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5852160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58795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(5+ pgs)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2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13,821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11,246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0" y="587959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-18.6%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6208776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620877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2920" y="623620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7.3%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6.0%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623620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-1.3pp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Spam-clean: avg daily PVs -1.4% MoM  |  Referral growth was spam-inflated; real Non-Paid share 82.9%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NON-PAID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89.8%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82.9%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0992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-6.9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391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62.8%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51.5%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0391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-11.3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5694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Organic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14.4%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14.2%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694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-0.2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26663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099815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Referral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8.8%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14.7%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099815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+5.9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5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6301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3.8%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2.5%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63016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96512"/>
            <a:ext cx="5120640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1148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PAID (Paid-Display)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10.2%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17.1%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148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+6.9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70832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439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Paid / Display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10.2%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17.1%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4398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+6.9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C2626"/>
                </a:solidFill>
                <a:latin typeface="Calibri"/>
              </a:rPr>
              <a:t>+64.8%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 avg daily PVs</a:t>
            </a:r>
            <a:br/>
            <a:r>
              <a:t>grew MoM (campaigns ramped)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-8.9%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Non-Paid avg daily PVs</a:t>
            </a:r>
            <a:br/>
            <a:r>
              <a:t>declined MoM (spam removed)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+5.9pp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(non-paid, spam-cleaned)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-1.4%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Overall avg daily PVs</a:t>
            </a:r>
            <a:br/>
            <a:r>
              <a:t>declined MoM (spam-clean)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(76,611 PVs)  |  FEB → Tue (63,165 PVs)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— Feb Paid vs Non-Paid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Feb PVs  |  Paid = Paid-Display campaigns  |  Non-Paid = Organic / Direct / Referral / 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66360" y="868680"/>
            <a:ext cx="1234440" cy="384048"/>
          </a:xfrm>
          <a:prstGeom prst="rect">
            <a:avLst/>
          </a:prstGeom>
          <a:solidFill>
            <a:srgbClr val="155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868680"/>
            <a:ext cx="1371600" cy="38404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86968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Paid PVs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886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Non-Paid PVs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886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88696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60" y="12984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2984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71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166,389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22,510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71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102,146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371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-25.1%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371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66360" y="17556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17556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1828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86,510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16,730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828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67,179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1828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-3.0%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1828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66360" y="22128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2128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286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49,383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18,330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2286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31,001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286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-0.1%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286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66360" y="26700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0" y="26700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743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505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3,380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2743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19,637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2743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+4,458%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2743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— 85% Non-Paid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66360" y="31272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31272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3200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7639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13,887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3200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10,725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3200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-22.8%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23960" y="3200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66360" y="35844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0" y="35844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3657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7639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7,158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208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46520" y="3657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3657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23960" y="3657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166360" y="40416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416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4114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77639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4,517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46520" y="4114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72400" y="4114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23960" y="4114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166360" y="44988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400800" y="44988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4572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Homepage (direct)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77639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10,700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208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577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46520" y="4572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3,054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72400" y="4572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-66.1%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23960" y="4572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Brand landing variant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66360" y="49560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0" y="49560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5029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77639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  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1208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46520" y="5029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3,425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72400" y="5029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 new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23960" y="5029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New content breakout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166360" y="54132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400800" y="54132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5486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77639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2,353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208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46520" y="5486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3,117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772400" y="5486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+32.5%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823960" y="5486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surged to #4 — 85% Non-Paid (82% Direct). Edge Storage has the highest Paid share at 37% — review campaign ROI. Data Storage Solutions Jan PVs adjusted down after spam removal.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61.7%  →  Feb 65.6%  (+3.9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Bounce Rate by Channel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4937760" cy="59436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53312"/>
            <a:ext cx="73152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PAID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70.0%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444752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70.6%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4937760" cy="594360"/>
          </a:xfrm>
          <a:prstGeom prst="rect">
            <a:avLst/>
          </a:prstGeom>
          <a:solidFill>
            <a:srgbClr val="0D2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73152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NON-PAID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61.6%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03120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97706"/>
                </a:solidFill>
                <a:latin typeface="Calibri"/>
              </a:rPr>
              <a:t>66.1%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2618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Channel           Jan      Feb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493776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By Source (Non-Paid detail)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2724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48.5%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49.5%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38728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0273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63.6%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69.4%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14216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7822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70.7%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72.0%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9704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5371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58.1% → 61.8%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67.5% → 69.6%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74.3% → 70.1%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BR stuck at 70%+ both months → stop Amazon Ads (99%!); rebuild display landing pages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Non-Paid BR rising +4.5pp → audit Direct traffic UTMs &amp; SEO landing page 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Organic Search BR ~49% (best quality) → double down: invest in AI/Edge content clusters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Desktop-heavy (54.5%); Non-Paid Mobile-majority (52.8%) → tailor ad creatives by device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visits growing (+64.8%) with poor BR — shift budget from display to SEO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our-story.html only  |  solidigm.com  |  Paid-Display vs Organic/Direct/Referral/Social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505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23,017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+4,458%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102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14,509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85% NP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Non-Paid Share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331720"/>
            <a:ext cx="11612880" cy="256032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331720"/>
            <a:ext cx="54864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35000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5A82"/>
                </a:solidFill>
                <a:latin typeface="Calibri"/>
              </a:rPr>
              <a:t>Feb Paid: 3,380 PVs  (14.7%)   |   Feb Non-Paid: 19,637 PVs  (85.3%)   |   Non-Paid = 82.8% Direct  +  15.1% Referral  +  2.1% Organic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651760"/>
            <a:ext cx="53035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2651760"/>
            <a:ext cx="54864" cy="3200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69748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— our-story.html visitors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5468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45.1%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46 / 102 continued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130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33.3%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4,828 / 14,509 continued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47141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bounce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54.9%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Beats site-wide 61.7%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97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bounce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66.7%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above site-wide 65.6%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2651760"/>
            <a:ext cx="59893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97880" y="2651760"/>
            <a:ext cx="54864" cy="3200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269748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our-story.html Visitors Go Next (Feb)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154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3154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883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36118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36118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566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40690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0690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5262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45262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983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Data Center / D3-S4520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49834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440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5440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144768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our-story.html surged from 505 to 23,017 PVs (+4,458%) — 85% Non-Paid (82.8% Direct) confirms organic brand curiosity; paid display brought 15%. Spam removal cut Feb non-paid from 28,610 → 19,637. Brand trust → product pages funnel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Desktop vs Mobile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Desktop leads overall: Jan 60.4% → Feb 50.4%  |  Non-Paid visitors are 52.8% Mobile  |  Paid visitors 54.5% Desktop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60.4%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96,976 UVs  |  BR 58.1%  |  PPV 2.55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36.8%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89,947 UVs  |  BR 68.9%  |  PPV 1.67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7,921 UVs  |  BR 76.8%  |  PPV 1.46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84,476 UVs  |  BR 61.8%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94,926 UVs  |  BR 72.1%  |  PPV 1.64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6.8%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13,082 UVs  |  BR 72.5%  |  PPV 1.91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Paid visitors: 54.5% Desktop / 38.9% Mobile.  Non-Paid visitors: 42.8% Desktop / 52.8% Mobile — mobile is the non-paid majority. Desktop leads overall (50%+). Spam removal revealed true device split.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Analysis — solidigm.com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at 83% — but UK traffic collapsed -6.9pp and warrants immediate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72.6%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83.1%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+10.5pp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9.4%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-6.9pp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-1.9pp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+0.3pp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Canada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-0.3pp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Taiwan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-0.2pp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Mexico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+0.1pp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US Market Concentration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Jan US share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14173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72.6%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17373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Consistent home-market baseline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07568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Feb US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07568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83.1%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395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+10.5pp jump — other markets shrank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734056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US PPV (Feb)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3405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0540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below site average (1.95)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UK / EMEA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UK: 9.4% → 2.5% traffic share (-6.9pp) in one month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Germany: 3.9% → 2.0% (-1.9pp) — similar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Combined EMEA drop: ~10pp of total site traffic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Possible causes: campaign ended, referral removed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Audit EMEA campaign activity &amp; referral links NOW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+ Germany combined dropped ~8.8pp in one month — EMEA traffic investigation is a top priority.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65.6% 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18.4%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6.7%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5.1%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2.9%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1.2%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34.4% of visitors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 2.5%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46.1% 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51.3% 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2.7%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97.5%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05:00 UTC (US overnight / APAC)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(76,611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(63,165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Paid-Display BR is 70.6% in Feb. Stop or rebuild landing pages to match ad intent — high spend, low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Organic Search has the lowest BR at 48.5-49.5%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Non-Paid visitors are 52.8% Mobile (majority!) but Mobile BR jumped to 72.1% in Feb. Speed test + CTA audit needed.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our-story.html surged to 23K PVs (+4,458%) — but multi-page rate dropped to 33.3%. Add video, social proof, and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EMEA Traffic Collapse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9.4% to 2.5%, Germany 3.9% to 2.0% — combined -8.8pp in one month. Audit campaigns &amp; referrals.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Recover 8pp+ of lost EMEA reach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Direct Traffic Attribution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Direct dropped -11.3pp in Feb (62.8% → 51.5%). Add UTM tags to all campaigns to reduce dark social blindspots.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Improve attribution accuracy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paid &amp; campaign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Audit EMEA campaigns — UK dropped -6.9pp in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Block spam referrers in analytics (30K+ junk PVs removed)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Reactivate or replace EMEA referral/campaign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