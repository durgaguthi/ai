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818K+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Page Views Analyzed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~388K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Unique Visitors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 Traffic 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 &amp; junk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70432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88696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88696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88696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11704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252728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Page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28016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423,020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395,182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2801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-6.6%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819656"/>
            <a:ext cx="11704320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819656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1847088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84708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193,070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4708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194,667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1847088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59669"/>
                </a:solidFill>
                <a:latin typeface="Calibri"/>
              </a:rPr>
              <a:t>+0.8%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386584"/>
            <a:ext cx="11704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386584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414015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14015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2.19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414015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2.03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414015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97706"/>
                </a:solidFill>
                <a:latin typeface="Calibri"/>
              </a:rPr>
              <a:t>-0.16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53512"/>
            <a:ext cx="11704320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53512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980944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New Visitor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80944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5.3%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2980944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2.5%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980944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-2.8pp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20440"/>
            <a:ext cx="11704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3520440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547872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Returning Visitor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4787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94.7%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54787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97.5%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354787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59669"/>
                </a:solidFill>
                <a:latin typeface="Calibri"/>
              </a:rPr>
              <a:t>+2.8pp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087368"/>
            <a:ext cx="11704320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4087368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411480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1148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61.0%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41148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64.3%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4114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+3.3pp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654296"/>
            <a:ext cx="11704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4654296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4681727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High-Engage (5+pgs)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681727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14,666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681727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13,222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95360" y="4681727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-9.8%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221224"/>
            <a:ext cx="11704320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4320" y="5221224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248656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524865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7.6%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0" y="524865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0" y="5248656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97706"/>
                </a:solidFill>
                <a:latin typeface="Calibri"/>
              </a:rPr>
              <a:t>-0.8pp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61722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★ Avg daily PVs: Jan 13,646  |  Feb 14,114  (+3.4% day-over-day normalized)  |  solidigm.com domain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Normalized daily averages show +3.4% growth despite Feb having 3 fewer calendar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59436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830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8308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8308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47.5%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8308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-13.3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50008"/>
            <a:ext cx="5120640" cy="594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44144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44144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13.9%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44144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13.1%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44144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-0.8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08376"/>
            <a:ext cx="5120640" cy="59436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099816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099816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11.7%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099816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21.3%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099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+9.6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66744"/>
            <a:ext cx="5120640" cy="594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758183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Paid / Display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758183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 9.9%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758183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15.8%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758183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+5.9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325112"/>
            <a:ext cx="5120640" cy="59436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16552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41655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 3.7%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41655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 2.3%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41655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-1.4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+3.4%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Avg daily page views</a:t>
            </a:r>
            <a:br/>
            <a:r>
              <a:t>grew month-over-month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-13.3pp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Drop in Direct share</a:t>
            </a:r>
            <a:br/>
            <a:r>
              <a:t>(may signal dark social)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+9.6pp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(new partnerships)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+5.9pp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Paid/Display growth</a:t>
            </a:r>
            <a:br/>
            <a:r>
              <a:t>(campaign ramp-up)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(76,611 PVs)  |  FEB → Tue (63,165 PVs)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&amp;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page views — Jan vs Feb  |  Engagement = pages/visitor for that page's audience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86968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Feb PVs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88696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Feb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886968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3716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179,592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148,592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13716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78,499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3716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18288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86,742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84,155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8288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-3.0%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46,288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288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2860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49,393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49,363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22860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-0.1%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6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27,396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22860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7432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  514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212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29,214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27432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+5584%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16,420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27432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page in Feb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32004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196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13,887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10,725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20840" y="32004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-22.8%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5,162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20" y="32004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36576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5196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7,159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0840" y="36576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2,719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9720" y="36576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41148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5196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4,517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3212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0840" y="41148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90956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1,363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41148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45720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Homepage (direct)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5196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10,803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3,696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45720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-65.8%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0956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 544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89720" y="45720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Brand landing variant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50292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5196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    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212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3,464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20840" y="50292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new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0956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2,342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89720" y="50292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New content breakout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54864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5196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2,353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3,117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20840" y="54864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+32.5%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0956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1,833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89720" y="54864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page surged +5,584% MoM on solidigm.com — from near-zero to top-4 — the breakout opportunity of FY26.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61.0%  →  Feb 64.3%  (+3.3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Traffic 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4937760" cy="6858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50876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48.5%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0876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49.5%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67128"/>
            <a:ext cx="4937760" cy="685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58568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2585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63.6%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2585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69.4%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4937760" cy="6858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08376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008376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65.5%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008376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65.4%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66744"/>
            <a:ext cx="4937760" cy="685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58183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Paid /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3758183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70.0%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758183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70.6%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416552"/>
            <a:ext cx="4937760" cy="6858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0799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507992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507992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75.1%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25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          Source         Jan     Feb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58.1% → 61.8%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67.5% → 69.6%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74.3% → 70.1%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Organic Search BR ~49% → best quality source; invest in SEO content clusters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Direct BR jumped to 69.4% in Feb → investigate dark social &amp; missing UTMs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Paid-Display BR 70.6% → narrow audience targeting; align ad to landing page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BR worsening (+2.1pp) → test page speed &amp; mobile CTA clarity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Tablet BR improving (-4.2pp) → study what UX changes are working there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Covers who-we-are.html · our-story.html · careers-page.html (EN variants, solidigm.com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6,616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33,992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+414%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2,177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18,301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+740%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Visitor Growth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468880"/>
            <a:ext cx="530352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54864" cy="3429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51460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After Our-Story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9718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97180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1,254 / 2,177 continued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68503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685032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39.5%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685032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7,236 / 18,301 continued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39826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avg bounce (site-wide)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4398264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61.0%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4398264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Beats site-wide avg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1149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avg bounce (site-wide)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5111496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64.3%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5111496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Surge retention risk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97880" y="2468880"/>
            <a:ext cx="598932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97880" y="2468880"/>
            <a:ext cx="54864" cy="3429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251460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 Visitors Go Next (Feb)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2971800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2971800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1,173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447288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447288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3922776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3922776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470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398264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98480" y="4398264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4873752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0" y="4873752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5349240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D3-S4520 / Data Center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5349240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 → Product pages flow confirms: brand trust pages are a key step in the B2B consideration funnel.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Mobile vs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Mobile traffic share grew from 48.7% → 52.6% MoM — now the majority device on solidigm.com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97,048 UVs  |  BR 58.1%  |  PPV 2.55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48.7%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93,959 UVs  |  BR 67.5%  |  PPV 1.73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4.3%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8,388 UVs  |  BR 74.3%  |  PPV 1.54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84,572 UVs  |  BR 61.8%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102,321 UVs  |  BR 69.6%  |  PPV 1.79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7.0%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13,657 UVs  |  BR 70.1%  |  PPV 2.04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Mobile grew from 48.7% → 52.6% — now the majority device. Yet mobile PPV (1.79) still lags desktop (2.17) — a UX optimization gap.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Analysis — solidigm.com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at 84% — but UK traffic collapsed -6.8pp and warrants immediate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+11.0pp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9.2%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-6.8pp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-1.8pp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Canada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-0.4pp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Taiwan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-0.2pp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Mexico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+0.1pp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US Market Concentration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Jan US share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14173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17373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Consistent home-market baseline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07568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Feb US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07568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84.4%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395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+11pp jump — other markets shrank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734056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US PPV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3405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0540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below site average (2.03)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UK / EMEA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UK: 9.2% → 2.4% traffic share (-6.8pp) in one month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Germany: 3.7% → 1.9% (-1.8pp) — similar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Combined EMEA drop: ~10pp of total site traffic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Possible causes: campaign ended, referral removed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Audit EMEA campaign activity &amp; referral links NOW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+ Germany combined dropped ~8.5pp in one month — EMEA traffic investigation is a top priority.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64.3% 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18.5%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6.9%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5.4%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3.3%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1.5%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35.7% of visitors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 2.5%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46.1% 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51.3% 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2.7%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97.5%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05:00 UTC (US overnight / APAC)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(76,611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(63,165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Paid-Display BR is 70.6% in Feb. Stop or rebuild landing pages to match ad intent — high spend, low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Organic Search has the lowest BR at 48.5-49.5%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Mobile is now 52.6% of traffic (majority!) but lags desktop in PPV (1.79 vs 2.17). Speed test + CTA audit.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Feb surged +414% on solidigm.com — but engagement rate dropped to 39.5%. Add video, social proof, and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EMEA Traffic Collapse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9.2% to 2.4%, Germany 3.7% to 1.9% — combined -8.5pp in one month. Audit campaigns &amp; referrals.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Recover 8pp+ of lost EMEA reach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Direct Traffic Attribution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Direct dropped -13.3pp in Feb (60.8% → 47.5%). Add UTM tags to all campaigns to reduce dark social blindspots.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Improve attribution accuracy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paid &amp; campaign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Audit EMEA campaigns — UK dropped -6.8pp in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Filter bot traffic in your analytics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Reactivate or replace EMEA referral/campaign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